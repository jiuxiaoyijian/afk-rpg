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35" y="5808980"/>
            <a:ext cx="6668770" cy="1049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1645"/>
            <a:ext cx="2171700" cy="1009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1266190"/>
            <a:ext cx="2762250" cy="1314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635"/>
            <a:ext cx="3933825" cy="828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645" y="268605"/>
            <a:ext cx="2409825" cy="847725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9316720" y="6252845"/>
            <a:ext cx="529590" cy="360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342120" y="6612890"/>
            <a:ext cx="504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背包</a:t>
            </a:r>
            <a:endParaRPr lang="zh-CN" altLang="en-US" sz="1000"/>
          </a:p>
        </p:txBody>
      </p:sp>
      <p:sp>
        <p:nvSpPr>
          <p:cNvPr id="13" name="圆角矩形 12"/>
          <p:cNvSpPr/>
          <p:nvPr/>
        </p:nvSpPr>
        <p:spPr>
          <a:xfrm>
            <a:off x="9979025" y="6252845"/>
            <a:ext cx="529590" cy="360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10641330" y="6252845"/>
            <a:ext cx="529590" cy="360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1303635" y="6252845"/>
            <a:ext cx="529590" cy="360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911715" y="6612890"/>
            <a:ext cx="6642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百炼坊</a:t>
            </a:r>
            <a:endParaRPr lang="zh-CN" altLang="en-US" sz="1000"/>
          </a:p>
        </p:txBody>
      </p:sp>
      <p:sp>
        <p:nvSpPr>
          <p:cNvPr id="18" name="文本框 17"/>
          <p:cNvSpPr txBox="1"/>
          <p:nvPr/>
        </p:nvSpPr>
        <p:spPr>
          <a:xfrm>
            <a:off x="10641330" y="6612890"/>
            <a:ext cx="6267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异闻录</a:t>
            </a:r>
            <a:endParaRPr lang="zh-CN" altLang="en-US" sz="1000"/>
          </a:p>
        </p:txBody>
      </p:sp>
      <p:sp>
        <p:nvSpPr>
          <p:cNvPr id="19" name="文本框 18"/>
          <p:cNvSpPr txBox="1"/>
          <p:nvPr/>
        </p:nvSpPr>
        <p:spPr>
          <a:xfrm>
            <a:off x="11333480" y="6612890"/>
            <a:ext cx="504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设置</a:t>
            </a:r>
            <a:endParaRPr lang="zh-CN" altLang="en-US" sz="1000"/>
          </a:p>
        </p:txBody>
      </p:sp>
      <p:sp>
        <p:nvSpPr>
          <p:cNvPr id="20" name="圆角矩形 19"/>
          <p:cNvSpPr/>
          <p:nvPr/>
        </p:nvSpPr>
        <p:spPr>
          <a:xfrm>
            <a:off x="320040" y="1752600"/>
            <a:ext cx="558165" cy="3409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GM</a:t>
            </a:r>
            <a:endParaRPr lang="en-US" altLang="zh-CN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610" y="413385"/>
            <a:ext cx="358140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7005"/>
            <a:ext cx="12192000" cy="6523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演示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黄河</dc:creator>
  <cp:lastModifiedBy>九箫一剑</cp:lastModifiedBy>
  <cp:revision>6</cp:revision>
  <dcterms:created xsi:type="dcterms:W3CDTF">2023-08-09T12:44:00Z</dcterms:created>
  <dcterms:modified xsi:type="dcterms:W3CDTF">2026-03-28T17:31:58Z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A603A9EE730448F4A32CBEFECD816455_12</vt:lpwstr>
  </property>
</Properties>
</file>